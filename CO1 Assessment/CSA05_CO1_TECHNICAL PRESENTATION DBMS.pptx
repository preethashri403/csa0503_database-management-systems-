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D0B1A8FA-B098-477B-B47C-CC321D13955E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7CC07844-C126-4966-BA22-A4BA3608F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220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A8FA-B098-477B-B47C-CC321D13955E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7844-C126-4966-BA22-A4BA3608F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099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0B1A8FA-B098-477B-B47C-CC321D13955E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C07844-C126-4966-BA22-A4BA3608F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095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A8FA-B098-477B-B47C-CC321D13955E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7844-C126-4966-BA22-A4BA3608F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260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A8FA-B098-477B-B47C-CC321D13955E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7844-C126-4966-BA22-A4BA3608F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914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A8FA-B098-477B-B47C-CC321D13955E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7844-C126-4966-BA22-A4BA3608F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42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A8FA-B098-477B-B47C-CC321D13955E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7844-C126-4966-BA22-A4BA3608F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0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A8FA-B098-477B-B47C-CC321D13955E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7844-C126-4966-BA22-A4BA3608F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729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A8FA-B098-477B-B47C-CC321D13955E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7844-C126-4966-BA22-A4BA3608F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371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A8FA-B098-477B-B47C-CC321D13955E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7844-C126-4966-BA22-A4BA3608F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88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0B1A8FA-B098-477B-B47C-CC321D13955E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C07844-C126-4966-BA22-A4BA3608F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81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0B1A8FA-B098-477B-B47C-CC321D13955E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C07844-C126-4966-BA22-A4BA3608FC24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48895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0B1A8FA-B098-477B-B47C-CC321D13955E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C07844-C126-4966-BA22-A4BA3608F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741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A8FA-B098-477B-B47C-CC321D13955E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7844-C126-4966-BA22-A4BA3608F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792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A8FA-B098-477B-B47C-CC321D13955E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7844-C126-4966-BA22-A4BA3608F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44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A8FA-B098-477B-B47C-CC321D13955E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7844-C126-4966-BA22-A4BA3608F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637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0B1A8FA-B098-477B-B47C-CC321D13955E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C07844-C126-4966-BA22-A4BA3608F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68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1A8FA-B098-477B-B47C-CC321D13955E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07844-C126-4966-BA22-A4BA3608F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39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EA53B-16B5-8BEE-AF0D-FE4CD177A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1118421"/>
            <a:ext cx="9144000" cy="197628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present an ER diagram for an Online Library System, explaining each component clearly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17F26-ABE6-DD39-3741-35D903DBA6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2178664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V. Preethashri(192524476)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supervision of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J. Ruby Elizabeth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5EE9D-56D5-5466-0DA9-EF0D36A3365C}"/>
              </a:ext>
            </a:extLst>
          </p:cNvPr>
          <p:cNvSpPr txBox="1"/>
          <p:nvPr/>
        </p:nvSpPr>
        <p:spPr>
          <a:xfrm>
            <a:off x="3687097" y="3203676"/>
            <a:ext cx="5063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CSA05_CO1_TECHNICAL PRESENTATION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340223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98A02-6E04-B38B-5511-BFF030B8A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6000" b="1" dirty="0"/>
              <a:t>Introduction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3C8BB-CA46-7165-C4BA-5A77F0199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2194560"/>
            <a:ext cx="11614355" cy="4024125"/>
          </a:xfrm>
        </p:spPr>
        <p:txBody>
          <a:bodyPr/>
          <a:lstStyle/>
          <a:p>
            <a:pPr marL="0" indent="0">
              <a:buNone/>
            </a:pPr>
            <a:r>
              <a:rPr lang="en-IN" sz="3600" b="1" dirty="0"/>
              <a:t>Online Library System</a:t>
            </a:r>
          </a:p>
          <a:p>
            <a:r>
              <a:rPr lang="en-IN" sz="3600" dirty="0"/>
              <a:t>Digital platform for managing library operations. </a:t>
            </a:r>
          </a:p>
          <a:p>
            <a:r>
              <a:rPr lang="en-IN" sz="3600" dirty="0"/>
              <a:t>Stores books and member information. </a:t>
            </a:r>
          </a:p>
          <a:p>
            <a:r>
              <a:rPr lang="en-IN" sz="3600" dirty="0"/>
              <a:t>Automates borrowing and returning. </a:t>
            </a:r>
          </a:p>
          <a:p>
            <a:r>
              <a:rPr lang="en-IN" sz="3600" dirty="0"/>
              <a:t>Reduces manual paperwork.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7482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A5E07-5DF3-94ED-3842-266DA9E40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5400" b="1" dirty="0"/>
              <a:t>Objectives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760B7-2542-4C24-0745-BDB8228EB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600" dirty="0"/>
              <a:t>Manage books efficiently. </a:t>
            </a:r>
          </a:p>
          <a:p>
            <a:r>
              <a:rPr lang="en-IN" sz="3600" dirty="0"/>
              <a:t>Maintain member records. </a:t>
            </a:r>
          </a:p>
          <a:p>
            <a:r>
              <a:rPr lang="en-IN" sz="3600" dirty="0"/>
              <a:t>Track book borrowing and returns. </a:t>
            </a:r>
          </a:p>
          <a:p>
            <a:r>
              <a:rPr lang="en-IN" sz="3600" dirty="0"/>
              <a:t>Generate accurate library reports.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4863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D3CD8-2899-D172-26D1-FC3DE61BF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5400" b="1" dirty="0"/>
              <a:t>ER Diagram EXPLAIN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92E6E-6745-4169-35D6-E85CF2124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600" dirty="0"/>
              <a:t>Represents database structure visually. </a:t>
            </a:r>
          </a:p>
          <a:p>
            <a:r>
              <a:rPr lang="en-IN" sz="3600" dirty="0"/>
              <a:t>Shows entities and relationships. </a:t>
            </a:r>
          </a:p>
          <a:p>
            <a:r>
              <a:rPr lang="en-IN" sz="3600" dirty="0"/>
              <a:t>Helps in database design. </a:t>
            </a:r>
          </a:p>
          <a:p>
            <a:r>
              <a:rPr lang="en-IN" sz="3600" dirty="0"/>
              <a:t>Improves system organization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582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46E26-214E-E08D-BC35-764674F63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5400" b="1" dirty="0"/>
              <a:t>Main Entities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CC34C-5F3E-AECF-799F-130FE4A18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245" y="1919257"/>
            <a:ext cx="6186948" cy="4024125"/>
          </a:xfrm>
        </p:spPr>
        <p:txBody>
          <a:bodyPr/>
          <a:lstStyle/>
          <a:p>
            <a:r>
              <a:rPr lang="en-IN" sz="3600" dirty="0"/>
              <a:t>Book </a:t>
            </a:r>
          </a:p>
          <a:p>
            <a:r>
              <a:rPr lang="en-IN" sz="3600" dirty="0"/>
              <a:t>Member </a:t>
            </a:r>
          </a:p>
          <a:p>
            <a:r>
              <a:rPr lang="en-IN" sz="3600" dirty="0"/>
              <a:t>Librarian </a:t>
            </a:r>
          </a:p>
          <a:p>
            <a:r>
              <a:rPr lang="en-IN" sz="3600" dirty="0"/>
              <a:t>Loan </a:t>
            </a:r>
          </a:p>
          <a:p>
            <a:r>
              <a:rPr lang="en-IN" sz="3600" dirty="0"/>
              <a:t>Author </a:t>
            </a:r>
          </a:p>
          <a:p>
            <a:r>
              <a:rPr lang="en-IN" sz="3600" dirty="0"/>
              <a:t>Publisher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5456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6A4AA-3801-DE8C-8B05-6724C3C2E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Attributes of Book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ECE0341-DADE-4465-6E96-5E72642185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0233938"/>
              </p:ext>
            </p:extLst>
          </p:nvPr>
        </p:nvGraphicFramePr>
        <p:xfrm>
          <a:off x="843116" y="2627020"/>
          <a:ext cx="10820400" cy="291084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5410200">
                  <a:extLst>
                    <a:ext uri="{9D8B030D-6E8A-4147-A177-3AD203B41FA5}">
                      <a16:colId xmlns:a16="http://schemas.microsoft.com/office/drawing/2014/main" val="1976965081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36739417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dirty="0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7600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Book_ID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Unique Book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5109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Book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1360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ISBN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ISBN 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6918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Book Category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5017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Availability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dirty="0"/>
                        <a:t>Available/Issued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9624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9730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38DEB-A2ED-8A88-1EE6-15B3BD3A8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Attributes of Member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BFF2E72-57E8-1BCD-61B1-91277703F4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7043046"/>
              </p:ext>
            </p:extLst>
          </p:nvPr>
        </p:nvGraphicFramePr>
        <p:xfrm>
          <a:off x="685800" y="2695846"/>
          <a:ext cx="10820400" cy="291084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5410200">
                  <a:extLst>
                    <a:ext uri="{9D8B030D-6E8A-4147-A177-3AD203B41FA5}">
                      <a16:colId xmlns:a16="http://schemas.microsoft.com/office/drawing/2014/main" val="1357347634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1024303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dirty="0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5145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Member_ID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Unique Member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07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Member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5184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Email 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460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Contact 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3462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dirty="0"/>
                        <a:t>Residential 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9355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840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719F0-4416-3B53-FC3E-D6D6029F4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 </a:t>
            </a:r>
            <a:r>
              <a:rPr lang="en-IN" sz="5400" b="1" dirty="0"/>
              <a:t>Other Entities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8D6BC-5329-8694-0E14-1292EEFEE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40310"/>
            <a:ext cx="3699387" cy="4478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IN" sz="3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3600" b="1" dirty="0"/>
              <a:t>Librarian</a:t>
            </a:r>
          </a:p>
          <a:p>
            <a:r>
              <a:rPr lang="en-IN" sz="3600" dirty="0" err="1"/>
              <a:t>Librarian_ID</a:t>
            </a:r>
            <a:r>
              <a:rPr lang="en-IN" sz="3600" dirty="0"/>
              <a:t> </a:t>
            </a:r>
          </a:p>
          <a:p>
            <a:r>
              <a:rPr lang="en-IN" sz="3600" dirty="0"/>
              <a:t>Name </a:t>
            </a:r>
          </a:p>
          <a:p>
            <a:r>
              <a:rPr lang="en-IN" sz="3600" dirty="0"/>
              <a:t>Email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600" b="1" dirty="0"/>
              <a:t>Author</a:t>
            </a:r>
          </a:p>
          <a:p>
            <a:r>
              <a:rPr lang="en-IN" sz="3600" dirty="0" err="1"/>
              <a:t>Author_ID</a:t>
            </a:r>
            <a:r>
              <a:rPr lang="en-IN" sz="3600" dirty="0"/>
              <a:t> </a:t>
            </a:r>
          </a:p>
          <a:p>
            <a:r>
              <a:rPr lang="en-IN" sz="3600" dirty="0" err="1"/>
              <a:t>Author_Name</a:t>
            </a:r>
            <a:r>
              <a:rPr lang="en-IN" sz="3600" dirty="0"/>
              <a:t> 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8EDCDF-B26F-29A8-BB91-0C7E210419D3}"/>
              </a:ext>
            </a:extLst>
          </p:cNvPr>
          <p:cNvSpPr txBox="1"/>
          <p:nvPr/>
        </p:nvSpPr>
        <p:spPr>
          <a:xfrm>
            <a:off x="6095999" y="2057401"/>
            <a:ext cx="567321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600" b="1" dirty="0"/>
              <a:t>Publisher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 err="1"/>
              <a:t>Publisher_ID</a:t>
            </a:r>
            <a:r>
              <a:rPr lang="en-IN" sz="3600" dirty="0"/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 err="1"/>
              <a:t>Publisher_Name</a:t>
            </a:r>
            <a:r>
              <a:rPr lang="en-IN" sz="3600" dirty="0"/>
              <a:t>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600" b="1" dirty="0"/>
              <a:t>Loan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 err="1"/>
              <a:t>Loan_ID</a:t>
            </a:r>
            <a:r>
              <a:rPr lang="en-IN" sz="3600" dirty="0"/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 err="1"/>
              <a:t>Issue_Date</a:t>
            </a:r>
            <a:r>
              <a:rPr lang="en-IN" sz="3600" dirty="0"/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 err="1"/>
              <a:t>Return_Date</a:t>
            </a:r>
            <a:r>
              <a:rPr lang="en-IN" sz="3600" dirty="0"/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/>
              <a:t>Fine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0354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E2BB9-413D-65EE-E889-960A016DC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5400" b="1" dirty="0"/>
              <a:t>Relationships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B383E-4A4C-A059-34B0-6895A7A48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600" dirty="0"/>
              <a:t>Member </a:t>
            </a:r>
            <a:r>
              <a:rPr lang="en-IN" sz="3600" b="1" dirty="0"/>
              <a:t>borrows</a:t>
            </a:r>
            <a:r>
              <a:rPr lang="en-IN" sz="3600" dirty="0"/>
              <a:t> Book </a:t>
            </a:r>
          </a:p>
          <a:p>
            <a:r>
              <a:rPr lang="en-IN" sz="3600" dirty="0"/>
              <a:t>Librarian </a:t>
            </a:r>
            <a:r>
              <a:rPr lang="en-IN" sz="3600" b="1" dirty="0"/>
              <a:t>issues</a:t>
            </a:r>
            <a:r>
              <a:rPr lang="en-IN" sz="3600" dirty="0"/>
              <a:t> Book </a:t>
            </a:r>
          </a:p>
          <a:p>
            <a:r>
              <a:rPr lang="en-IN" sz="3600" dirty="0"/>
              <a:t>Author </a:t>
            </a:r>
            <a:r>
              <a:rPr lang="en-IN" sz="3600" b="1" dirty="0"/>
              <a:t>writes</a:t>
            </a:r>
            <a:r>
              <a:rPr lang="en-IN" sz="3600" dirty="0"/>
              <a:t> Book </a:t>
            </a:r>
          </a:p>
          <a:p>
            <a:r>
              <a:rPr lang="en-IN" sz="3600" dirty="0"/>
              <a:t>Publisher </a:t>
            </a:r>
            <a:r>
              <a:rPr lang="en-IN" sz="3600" b="1" dirty="0"/>
              <a:t>publishes</a:t>
            </a:r>
            <a:r>
              <a:rPr lang="en-IN" sz="3600" dirty="0"/>
              <a:t> Book </a:t>
            </a:r>
          </a:p>
          <a:p>
            <a:r>
              <a:rPr lang="en-IN" sz="3600" dirty="0"/>
              <a:t>Loan </a:t>
            </a:r>
            <a:r>
              <a:rPr lang="en-IN" sz="3600" b="1" dirty="0"/>
              <a:t>records</a:t>
            </a:r>
            <a:r>
              <a:rPr lang="en-IN" sz="3600" dirty="0"/>
              <a:t> transactions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4159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95D71-C8DE-E687-AE03-7F855F129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5400" b="1" dirty="0"/>
              <a:t>Cardinality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E1BB4-D5F7-0E01-5536-242B00831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600" dirty="0"/>
              <a:t>One Member → Many Loans </a:t>
            </a:r>
          </a:p>
          <a:p>
            <a:r>
              <a:rPr lang="en-IN" sz="3600" dirty="0"/>
              <a:t>One Book → Many Loans </a:t>
            </a:r>
          </a:p>
          <a:p>
            <a:r>
              <a:rPr lang="en-IN" sz="3600" dirty="0"/>
              <a:t>One Author → Many Books </a:t>
            </a:r>
          </a:p>
          <a:p>
            <a:r>
              <a:rPr lang="en-IN" sz="3600" dirty="0"/>
              <a:t>One Publisher → Many Books </a:t>
            </a:r>
          </a:p>
          <a:p>
            <a:r>
              <a:rPr lang="en-IN" sz="3600" dirty="0"/>
              <a:t>One Librarian → Many Loan Records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964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D1262-8878-04F1-5CE1-0C4020DC7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278" y="0"/>
            <a:ext cx="8610600" cy="1293028"/>
          </a:xfrm>
        </p:spPr>
        <p:txBody>
          <a:bodyPr>
            <a:normAutofit/>
          </a:bodyPr>
          <a:lstStyle/>
          <a:p>
            <a:r>
              <a:rPr lang="en-IN" sz="5400" b="1" dirty="0"/>
              <a:t>ER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F80493-C572-7E48-3D58-4A2183966B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1044" y="1384556"/>
            <a:ext cx="10451691" cy="510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083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7CBE2-96AC-8CE4-23A1-EC026D903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4161" y="921689"/>
            <a:ext cx="10237839" cy="1293028"/>
          </a:xfrm>
        </p:spPr>
        <p:txBody>
          <a:bodyPr>
            <a:normAutofit fontScale="90000"/>
          </a:bodyPr>
          <a:lstStyle/>
          <a:p>
            <a:r>
              <a:rPr lang="en-IN" sz="5400" b="1" dirty="0"/>
              <a:t>Explanation of Components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608A9-117B-A13E-6824-CC58F0D8F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2057401"/>
            <a:ext cx="6019800" cy="4024125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14400" b="1" dirty="0"/>
              <a:t>Book                                                                    </a:t>
            </a:r>
            <a:endParaRPr lang="en-IN" sz="14400" dirty="0"/>
          </a:p>
          <a:p>
            <a:pPr marL="0" indent="0">
              <a:lnSpc>
                <a:spcPct val="120000"/>
              </a:lnSpc>
              <a:buNone/>
            </a:pPr>
            <a:r>
              <a:rPr lang="en-IN" sz="14400" dirty="0"/>
              <a:t>Stores book details.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14400" b="1" dirty="0"/>
              <a:t>Member</a:t>
            </a:r>
            <a:endParaRPr lang="en-IN" sz="14400" dirty="0"/>
          </a:p>
          <a:p>
            <a:pPr marL="0" indent="0">
              <a:lnSpc>
                <a:spcPct val="120000"/>
              </a:lnSpc>
              <a:buNone/>
            </a:pPr>
            <a:r>
              <a:rPr lang="en-IN" sz="14400" dirty="0"/>
              <a:t>Stores registered users.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14400" b="1" dirty="0"/>
              <a:t>Loan</a:t>
            </a:r>
            <a:endParaRPr lang="en-IN" sz="14400" dirty="0"/>
          </a:p>
          <a:p>
            <a:pPr marL="0" indent="0">
              <a:lnSpc>
                <a:spcPct val="120000"/>
              </a:lnSpc>
              <a:buNone/>
            </a:pPr>
            <a:r>
              <a:rPr lang="en-IN" sz="14400" dirty="0"/>
              <a:t>Tracks borrowing history. 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1AE216-9A3B-2892-2096-52B8F1A75D3C}"/>
              </a:ext>
            </a:extLst>
          </p:cNvPr>
          <p:cNvSpPr txBox="1"/>
          <p:nvPr/>
        </p:nvSpPr>
        <p:spPr>
          <a:xfrm>
            <a:off x="6286500" y="2057401"/>
            <a:ext cx="6019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600" b="1" dirty="0"/>
              <a:t>Author</a:t>
            </a:r>
            <a:endParaRPr lang="en-IN" sz="3600" dirty="0"/>
          </a:p>
          <a:p>
            <a:r>
              <a:rPr lang="en-IN" sz="3600" dirty="0"/>
              <a:t>Stores author information.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600" b="1" dirty="0"/>
              <a:t>Publisher</a:t>
            </a:r>
            <a:endParaRPr lang="en-IN" sz="3600" dirty="0"/>
          </a:p>
          <a:p>
            <a:r>
              <a:rPr lang="en-IN" sz="3600" dirty="0"/>
              <a:t>Stores publisher details.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600" b="1" dirty="0"/>
              <a:t>Librarian</a:t>
            </a:r>
            <a:endParaRPr lang="en-IN" sz="3600" dirty="0"/>
          </a:p>
          <a:p>
            <a:r>
              <a:rPr lang="en-IN" sz="3600" dirty="0"/>
              <a:t>Manages library operations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3113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DAFDF-694F-8331-27AA-0CA6A82A4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5400" b="1" dirty="0"/>
              <a:t>Advantages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619C8-C2F3-31FF-8B8A-360093F09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600" dirty="0"/>
              <a:t>Organized database structure. </a:t>
            </a:r>
          </a:p>
          <a:p>
            <a:r>
              <a:rPr lang="en-IN" sz="3600" dirty="0"/>
              <a:t>Easy data retrieval. </a:t>
            </a:r>
          </a:p>
          <a:p>
            <a:r>
              <a:rPr lang="en-IN" sz="3600" dirty="0"/>
              <a:t>Reduces redundancy. </a:t>
            </a:r>
          </a:p>
          <a:p>
            <a:r>
              <a:rPr lang="en-IN" sz="3600" dirty="0"/>
              <a:t>Improves data consistency. </a:t>
            </a:r>
          </a:p>
          <a:p>
            <a:r>
              <a:rPr lang="en-IN" sz="3600" dirty="0"/>
              <a:t>Simplifies maintenance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634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59A53-FF2B-1637-25C8-3589F8489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5400" b="1" dirty="0"/>
              <a:t>Applications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90A6C-2AF9-643E-AD01-408F86A96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600" dirty="0"/>
              <a:t>School Libraries </a:t>
            </a:r>
          </a:p>
          <a:p>
            <a:r>
              <a:rPr lang="en-IN" sz="3600" dirty="0"/>
              <a:t>College Libraries </a:t>
            </a:r>
          </a:p>
          <a:p>
            <a:r>
              <a:rPr lang="en-IN" sz="3600" dirty="0"/>
              <a:t>Public Libraries </a:t>
            </a:r>
          </a:p>
          <a:p>
            <a:r>
              <a:rPr lang="en-IN" sz="3600" dirty="0"/>
              <a:t>Digital Libraries </a:t>
            </a:r>
          </a:p>
          <a:p>
            <a:r>
              <a:rPr lang="en-IN" sz="3600" dirty="0"/>
              <a:t>Research Libraries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259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0FB9-FB77-928A-4466-AA5DDB2A9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5400" b="1" dirty="0"/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2F6A4-99B2-4B47-3D6C-3FDD0CEDD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8587" y="1624289"/>
            <a:ext cx="10820400" cy="4024125"/>
          </a:xfrm>
        </p:spPr>
        <p:txBody>
          <a:bodyPr/>
          <a:lstStyle/>
          <a:p>
            <a:pPr marL="0" indent="0">
              <a:buNone/>
            </a:pPr>
            <a:endParaRPr lang="en-IN" sz="3600" b="1" dirty="0"/>
          </a:p>
          <a:p>
            <a:r>
              <a:rPr lang="en-IN" sz="3600" dirty="0"/>
              <a:t>ER diagrams simplify database design. </a:t>
            </a:r>
          </a:p>
          <a:p>
            <a:r>
              <a:rPr lang="en-IN" sz="3600" dirty="0"/>
              <a:t>Clearly define entities and relationships. </a:t>
            </a:r>
          </a:p>
          <a:p>
            <a:r>
              <a:rPr lang="en-IN" sz="3600" dirty="0"/>
              <a:t>Improve library management efficiency. </a:t>
            </a:r>
          </a:p>
          <a:p>
            <a:r>
              <a:rPr lang="en-IN" sz="3600" dirty="0"/>
              <a:t>Provide a strong foundation for database implementation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669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C1638-16ED-3111-B5D8-727269743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4162" y="3020469"/>
            <a:ext cx="10820400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0" dirty="0">
                <a:latin typeface="Muthiara -Demo Version-" panose="02000500000000000000" pitchFamily="2" charset="0"/>
              </a:rPr>
              <a:t>THANK YOU</a:t>
            </a:r>
            <a:endParaRPr lang="en-IN" sz="10000" dirty="0">
              <a:latin typeface="Muthiara -Demo Version-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97672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44</TotalTime>
  <Words>348</Words>
  <Application>Microsoft Office PowerPoint</Application>
  <PresentationFormat>Widescreen</PresentationFormat>
  <Paragraphs>117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Century Gothic</vt:lpstr>
      <vt:lpstr>Muthiara -Demo Version-</vt:lpstr>
      <vt:lpstr>Times New Roman</vt:lpstr>
      <vt:lpstr>Wingdings</vt:lpstr>
      <vt:lpstr>Vapor Trail</vt:lpstr>
      <vt:lpstr>Create and present an ER diagram for an Online Library System, explaining each component clearly</vt:lpstr>
      <vt:lpstr>Introduction </vt:lpstr>
      <vt:lpstr>Objectives </vt:lpstr>
      <vt:lpstr>ER Diagram EXPLAIN </vt:lpstr>
      <vt:lpstr>Main Entities </vt:lpstr>
      <vt:lpstr>Attributes of Book</vt:lpstr>
      <vt:lpstr>Attributes of Member</vt:lpstr>
      <vt:lpstr> Other Entities </vt:lpstr>
      <vt:lpstr>Relationships </vt:lpstr>
      <vt:lpstr>Cardinality </vt:lpstr>
      <vt:lpstr>ER Diagram</vt:lpstr>
      <vt:lpstr>Explanation of Components </vt:lpstr>
      <vt:lpstr>Advantages </vt:lpstr>
      <vt:lpstr>Applications 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Preethashri Preetha</dc:creator>
  <cp:lastModifiedBy>Preethashri Preetha</cp:lastModifiedBy>
  <cp:revision>1</cp:revision>
  <dcterms:created xsi:type="dcterms:W3CDTF">2026-07-14T04:25:30Z</dcterms:created>
  <dcterms:modified xsi:type="dcterms:W3CDTF">2026-07-14T05:09:58Z</dcterms:modified>
</cp:coreProperties>
</file>